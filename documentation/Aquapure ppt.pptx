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035cf330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035cf330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35cf330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35cf330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035cf33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035cf33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035cf330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035cf330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98500" y="2571750"/>
            <a:ext cx="87495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   Case study 51:- AquaPure: Smart Water Delivery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832">
                <a:solidFill>
                  <a:schemeClr val="lt1"/>
                </a:solidFill>
              </a:rPr>
              <a:t>By Yuvraj Jitendra Singh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(Method/Mind map)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3: Problem Statement&#10;&#10;Paste this into Gemini:&#10;&quot;Write a slide about these problems: 1. Manual water delivery relies on unstructured phone calls and texts, causing scheduling errors. 2. There is a lack of a centralized digital hub for managing different jar sizes and subscription types. 3. Pricing is non-transparent and users have no way to track their delivery status in real-time ."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de 4: Your Solution (The AquaPure Platform)&#10;&#10;Paste this into Gemini:&#10;&quot;Create a slide for a project called AquaPure. It is a fully responsive 5-page platform built with semantic HTML5. It uses CSS Flexbox for card layouts and CSS Grid for subscription tables. Key features include an automated WhatsApp API for ordering and a simulated client-side database to manage user accounts .&quot;"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: Working (Method)&#10;&#10;Paste this into Gemini:&#10;&quot;Create a slide explaining the project's logic. It uses a JavaScript pricing engine for 10L (₹50) and 20L (₹90) jars with a 5% monthly discount. It implements a 'URL Bridge' to pass data between pages and uses localStorage with JSON Serialization to save order history without a backend server .&quot;"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: Conclusion&#10;&#10;Paste this into Gemini:&#10;&quot;Summarize the project conclusion: AquaPure successfully integrates structure, style, and logic. It fulfills all Semester II functional requirements for utility service platforms and provides a robust, responsive foundation for scalable e-commerce designs .&quot;"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8" name="Google Shape;88;p19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